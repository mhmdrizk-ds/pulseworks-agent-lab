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pu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2344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788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Pulseworks Agent Lab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31520" y="3611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decide what happens next to a campaign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  •  Pulseworks Marketing 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We're account managers at Pulseworks.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4F6FC"/>
          </a:solidFill>
          <a:ln/>
        </p:spPr>
      </p:sp>
      <p:pic>
        <p:nvPicPr>
          <p:cNvPr id="5" name="Image 0" descr="icons/clo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305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9659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morning, before anything else — open the dashboard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28346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4F6FC"/>
          </a:solidFill>
          <a:ln/>
        </p:spPr>
      </p:sp>
      <p:pic>
        <p:nvPicPr>
          <p:cNvPr id="8" name="Image 1" descr="icons/gitBranc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99923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834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client by client, campaign by campaign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731520" y="37033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4F6FC"/>
          </a:solidFill>
          <a:ln/>
        </p:spPr>
      </p:sp>
      <p:pic>
        <p:nvPicPr>
          <p:cNvPr id="11" name="Image 2" descr="icons/slid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867912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370332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leave it running, tweak something, pause it, or flag it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731520" y="50292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"That was fine when we had a handful of active campaigns. It stopped being fine as the client roster grew."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going wrong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2402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6" name="Image 0" descr="icon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4414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246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early warning signs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51560" y="37947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campaign that looked fine today, but had been sliding for over a week.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92024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22402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11" name="Image 1" descr="icons/trendingDow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44144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246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Wasted budget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54880" y="37947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burning through spend faster than anyone noticed.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2402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16" name="Image 2" descr="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44144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246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time to think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58200" y="37947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minutes per decision, times fifty campaigns, every single morning.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31520" y="50749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 needed something that could make the first pass for us."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ATTEMPT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Agent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 rule-based agent. No model call at all.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conversions + ROAS under 1  →  PAUSE_CAMPAIGN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260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audience fatigue  →  CHANGE_AUDIENCE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703320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70332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CTR  →  REFRESH_CREATIVE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48056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480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0" y="448056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4480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0" y="448056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4480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5394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"And it actually worked — for the obvious cases."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89520" y="822960"/>
            <a:ext cx="3840480" cy="5212080"/>
          </a:xfrm>
          <a:prstGeom prst="roundRect">
            <a:avLst>
              <a:gd name="adj" fmla="val 3571"/>
            </a:avLst>
          </a:prstGeom>
          <a:solidFill>
            <a:srgbClr val="1E2761"/>
          </a:solidFill>
          <a:ln/>
        </p:spPr>
      </p:sp>
      <p:pic>
        <p:nvPicPr>
          <p:cNvPr id="19" name="Image 0" descr="icons/gitBranch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194560"/>
            <a:ext cx="914400" cy="9144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772400" y="32918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then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only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772400" y="4206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calls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ATTEMPT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broke: camp_107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completely healthy today:</a:t>
            </a:r>
            <a:endParaRPr lang="en-US" sz="1500" dirty="0"/>
          </a:p>
        </p:txBody>
      </p:sp>
      <p:pic>
        <p:nvPicPr>
          <p:cNvPr id="5" name="Image 0" descr="icons/checkCircle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945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CTR</a:t>
            </a:r>
            <a:endParaRPr lang="en-US" sz="1400" dirty="0"/>
          </a:p>
        </p:txBody>
      </p:sp>
      <p:pic>
        <p:nvPicPr>
          <p:cNvPr id="7" name="Image 1" descr="icons/checkCircle_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517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conversion rate</a:t>
            </a:r>
            <a:endParaRPr lang="en-US" sz="1400" dirty="0"/>
          </a:p>
        </p:txBody>
      </p:sp>
      <p:pic>
        <p:nvPicPr>
          <p:cNvPr id="9" name="Image 2" descr="icons/checkCircle_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0896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ROAS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731520" y="374904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12" name="Text 7"/>
          <p:cNvSpPr/>
          <p:nvPr/>
        </p:nvSpPr>
        <p:spPr>
          <a:xfrm>
            <a:off x="731520" y="3749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rules say:  CONTINUE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400800" y="1691640"/>
            <a:ext cx="5029200" cy="2926080"/>
          </a:xfrm>
          <a:prstGeom prst="roundRect">
            <a:avLst>
              <a:gd name="adj" fmla="val 4688"/>
            </a:avLst>
          </a:prstGeom>
          <a:solidFill>
            <a:srgbClr val="2A3577"/>
          </a:solidFill>
          <a:ln/>
        </p:spPr>
      </p:sp>
      <p:pic>
        <p:nvPicPr>
          <p:cNvPr id="14" name="Image 3" descr="icons/trendingDown_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96596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00800" y="25146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7200" dirty="0"/>
          </a:p>
        </p:txBody>
      </p:sp>
      <p:sp>
        <p:nvSpPr>
          <p:cNvPr id="16" name="Text 10"/>
          <p:cNvSpPr/>
          <p:nvPr/>
        </p:nvSpPr>
        <p:spPr>
          <a:xfrm>
            <a:off x="6400800" y="3794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days of decline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never saw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"It's about to fall off a cliff, and our reactive agent has no idea, because the rules only look at what's true right now."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FOR 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Agent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constrained model call classifies the campaign; fixed code acts on the label.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4F6FC"/>
          </a:solidFill>
          <a:ln/>
        </p:spPr>
      </p:sp>
      <p:pic>
        <p:nvPicPr>
          <p:cNvPr id="6" name="Image 0" descr="icons/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257860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017520" y="28346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520440" y="23774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4F6FC"/>
          </a:solidFill>
          <a:ln/>
        </p:spPr>
      </p:sp>
      <p:pic>
        <p:nvPicPr>
          <p:cNvPr id="10" name="Image 1" descr="icons/cpu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2578608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715000" y="28346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6217920" y="23774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4F6FC"/>
          </a:solidFill>
          <a:ln/>
        </p:spPr>
      </p:sp>
      <p:pic>
        <p:nvPicPr>
          <p:cNvPr id="14" name="Image 2" descr="icons/targe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2578608"/>
            <a:ext cx="512064" cy="5120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412480" y="28346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8915400" y="23774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4F6FC"/>
          </a:solidFill>
          <a:ln/>
        </p:spPr>
      </p:sp>
      <p:pic>
        <p:nvPicPr>
          <p:cNvPr id="18" name="Image 3" descr="icons/checkCirc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6648" y="2578608"/>
            <a:ext cx="512064" cy="5120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1540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acts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31520" y="45720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"It's not locked into a rigid priority order — it can weigh conflicting signals more like a person would."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FOR 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problems, not just new wins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pic>
        <p:nvPicPr>
          <p:cNvPr id="5" name="Image 0" descr="icons/alertTriang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874520"/>
            <a:ext cx="9235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free-tier "latest" model alias silently resolved to a preview model with a 20-requests-per-day cap — we didn't even choose that on purpose.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329184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pic>
        <p:nvPicPr>
          <p:cNvPr id="8" name="Image 1" descr="icons/repea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611880"/>
            <a:ext cx="685800" cy="685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0240" y="3429000"/>
            <a:ext cx="9235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Burned through the quota in one test run — had to switch to a pinned stable model plus retry/backoff logic just to finish ten campaigns.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"That's a class of problem a rule-based agent never has."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FOR 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 that surprised 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exact input. Zero conversions. ROAS 0.4. About as unambiguous as it gets.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4937760" cy="2743200"/>
          </a:xfrm>
          <a:prstGeom prst="roundRect">
            <a:avLst>
              <a:gd name="adj" fmla="val 5000"/>
            </a:avLst>
          </a:prstGeom>
          <a:solidFill>
            <a:srgbClr val="2A3577"/>
          </a:solidFill>
          <a:ln/>
        </p:spPr>
      </p:sp>
      <p:pic>
        <p:nvPicPr>
          <p:cNvPr id="6" name="Image 0" descr="icons/checkCircle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256032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29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Agent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PAUSE_CAMPAIGN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0" y="2194560"/>
            <a:ext cx="4937760" cy="2743200"/>
          </a:xfrm>
          <a:prstGeom prst="roundRect">
            <a:avLst>
              <a:gd name="adj" fmla="val 5000"/>
            </a:avLst>
          </a:prstGeom>
          <a:solidFill>
            <a:srgbClr val="5A2E3D"/>
          </a:solidFill>
          <a:ln/>
        </p:spPr>
      </p:sp>
      <p:pic>
        <p:nvPicPr>
          <p:cNvPr id="11" name="Image 1" descr="icons/alertOctag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56032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0" y="3429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Agent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00800" y="38862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REFRESH_CREATIVE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400800" y="4480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same input, different call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51663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"That's not a hypothetical failure mode. That's something we watched happen."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FURTHER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Unconstrained ReAct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gave the model full freedom: pick its own tools, decide its own stopping point.</a:t>
            </a:r>
            <a:endParaRPr lang="en-US" sz="1500" dirty="0"/>
          </a:p>
        </p:txBody>
      </p:sp>
      <p:pic>
        <p:nvPicPr>
          <p:cNvPr id="5" name="Image 0" descr="icons/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77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322576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campaign history</a:t>
            </a:r>
            <a:endParaRPr lang="en-US" sz="1500" dirty="0"/>
          </a:p>
        </p:txBody>
      </p:sp>
      <p:pic>
        <p:nvPicPr>
          <p:cNvPr id="7" name="Image 1" descr="icons/refreshCw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44368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88950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creative performance</a:t>
            </a:r>
            <a:endParaRPr lang="en-US" sz="1500" dirty="0"/>
          </a:p>
        </p:txBody>
      </p:sp>
      <p:pic>
        <p:nvPicPr>
          <p:cNvPr id="9" name="Image 2" descr="icons/us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11296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345643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audience fatigue</a:t>
            </a:r>
            <a:endParaRPr lang="en-US" sz="1500" dirty="0"/>
          </a:p>
        </p:txBody>
      </p:sp>
      <p:pic>
        <p:nvPicPr>
          <p:cNvPr id="11" name="Image 3" descr="icons/targe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78224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40233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of seven actions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731520" y="489204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schema. No allow-list. No step limit — just a generous safety leash so a broken run can't hang forever.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7772400" y="822960"/>
            <a:ext cx="3657600" cy="521208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/>
        </p:spPr>
      </p:sp>
      <p:pic>
        <p:nvPicPr>
          <p:cNvPr id="15" name="Image 4" descr="icons/zap_i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2286000"/>
            <a:ext cx="914400" cy="9144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955280" y="338328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freedom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 reasoning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stopping point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FURTHER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found what the first two missed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camp_107 through it — the campaign hiding 8 days of decline.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0698480" cy="2377440"/>
          </a:xfrm>
          <a:prstGeom prst="roundRect">
            <a:avLst>
              <a:gd name="adj" fmla="val 5769"/>
            </a:avLst>
          </a:prstGeom>
          <a:solidFill>
            <a:srgbClr val="2A3577"/>
          </a:solidFill>
          <a:ln/>
        </p:spPr>
      </p:sp>
      <p:pic>
        <p:nvPicPr>
          <p:cNvPr id="6" name="Image 0" descr="icons/helpCircle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86000"/>
            <a:ext cx="94183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campaign is on a strong downward trend and has underperformed for over a week despite reports of good creative and low audience fatigue... This discrepancy suggests an underlying issue that requires a human manager to investigate."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51960" y="4709160"/>
            <a:ext cx="3657600" cy="685800"/>
          </a:xfrm>
          <a:prstGeom prst="roundRect">
            <a:avLst>
              <a:gd name="adj" fmla="val 49333"/>
            </a:avLst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4251960" y="47091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escalate_to_manager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being told hidden data existed by name, the agent chose to check history on its own.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FURTHER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freedom has a cost: non-determinism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the exact same campaign (camp_107) twice.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48840"/>
          <a:ext cx="10698480" cy="1463040"/>
        </p:xfrm>
        <a:graphic>
          <a:graphicData uri="http://schemas.openxmlformats.org/drawingml/2006/table">
            <a:tbl>
              <a:tblPr/>
              <a:tblGrid>
                <a:gridCol w="2674620"/>
                <a:gridCol w="2674620"/>
                <a:gridCol w="2674620"/>
                <a:gridCol w="267462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made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decision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change_audience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History, creative, fatigue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escalate_to_manager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02336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"Same input. Same code. Two different investigations, two different answers. Reactive can't vary at all. Routing varies far less. This is a real, observed cost of giving the model full control over when it stops."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FURTHER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operational cost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1051560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/>
        </p:spPr>
      </p:sp>
      <p:pic>
        <p:nvPicPr>
          <p:cNvPr id="5" name="Image 0" descr="icons/refreshCw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2140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93852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deprecated mid-project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45920" y="233172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google-generativeai was fully deprecated by Google.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3063240"/>
            <a:ext cx="10698480" cy="1051560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/>
        </p:spPr>
      </p:sp>
      <p:pic>
        <p:nvPicPr>
          <p:cNvPr id="9" name="Image 1" descr="icons/pause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35584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317296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retired mid-project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645920" y="356616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 removed for new users entirely — not a quota issue, a hard removal.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4297680"/>
            <a:ext cx="10698480" cy="1051560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/>
        </p:spPr>
      </p:sp>
      <p:pic>
        <p:nvPicPr>
          <p:cNvPr id="13" name="Image 2" descr="icons/clo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59028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440740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 on a tight quota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645920" y="480060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gemini-3-flash-preview: free tier, but only 20 requests/day.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rule-based agent is simply immune to an entire category of failure we hit three separate times."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AMOUNT OF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Neither extreme was right on its 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29200" cy="4023360"/>
          </a:xfrm>
          <a:prstGeom prst="roundRect">
            <a:avLst>
              <a:gd name="adj" fmla="val 3409"/>
            </a:avLst>
          </a:prstGeom>
          <a:solidFill>
            <a:srgbClr val="2A357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03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Rules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Fast, free, predictable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Blind to anything outside today's snapshot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7490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Rigid about priority order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029200" cy="4023360"/>
          </a:xfrm>
          <a:prstGeom prst="roundRect">
            <a:avLst>
              <a:gd name="adj" fmla="val 3409"/>
            </a:avLst>
          </a:prstGeom>
          <a:solidFill>
            <a:srgbClr val="2A3577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103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Free-Roaming Model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75120" y="27432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More flexible, catches what rules miss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3246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Can misjudge even the clearest cases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37490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Rate limits, quota caps, non-determinism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[Comparison table on next slide]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table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698480" cy="4206240"/>
        </p:xfrm>
        <a:graphic>
          <a:graphicData uri="http://schemas.openxmlformats.org/drawingml/2006/table">
            <a:tbl>
              <a:tblPr/>
              <a:tblGrid>
                <a:gridCol w="2468880"/>
                <a:gridCol w="2057400"/>
                <a:gridCol w="2057400"/>
                <a:gridCol w="2514600"/>
                <a:gridCol w="160020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Unconstrained ReAct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Constrained ReAct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calls / 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~2–4 (varies by run)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tier, hard daily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~1–2s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~13–50s (pacing-dominated)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hidden history?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every observed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broke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 to history/trend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call on obvious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Non-deterministic decisions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current numbers from the project README before presenting — this table reflects real, observed runs.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playCircle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4630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31520" y="38404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camp_107 running through the unconstrained agent 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choose to check history unprompted.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(Recording strongly recommended over live — given the 20-requests-per-day quota)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still worry about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E2761"/>
          </a:solidFill>
          <a:ln/>
        </p:spPr>
      </p:sp>
      <p:pic>
        <p:nvPicPr>
          <p:cNvPr id="5" name="Image 0" descr="icon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92938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556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ceiling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213055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Routing nor Unconstrained ReAct is viable at real volume on the free tier — a paid tier or different provider would be needed.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92608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E2761"/>
          </a:solidFill>
          <a:ln/>
        </p:spPr>
      </p:sp>
      <p:pic>
        <p:nvPicPr>
          <p:cNvPr id="9" name="Image 1" descr="icons/gitBran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07238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8986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priority order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327355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Reactive's fixed rule order means a campaign with multiple problems only ever gets the first-matched action, not the most urgent one.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406908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E2761"/>
          </a:solidFill>
          <a:ln/>
        </p:spPr>
      </p:sp>
      <p:pic>
        <p:nvPicPr>
          <p:cNvPr id="13" name="Image 2" descr="icons/shuff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21538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0416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advice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08760" y="441655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Non-determinism is a real risk for a system recommending changes to real client budgets — the same input shouldn't produce different advice.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try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E2761"/>
          </a:solidFill>
          <a:ln/>
        </p:spPr>
      </p:sp>
      <p:pic>
        <p:nvPicPr>
          <p:cNvPr id="5" name="Image 0" descr="icons/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92938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556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constrained ReAct agent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213055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allow-list, and MAX_STEPS budget — does it keep routing's reliability and ReAct's hidden-history catch?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92608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E2761"/>
          </a:solidFill>
          <a:ln/>
        </p:spPr>
      </p:sp>
      <p:pic>
        <p:nvPicPr>
          <p:cNvPr id="9" name="Image 1" descr="icons/gitBran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07238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8986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hybrid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327355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+ a lightweight, always-on history check — most of ReAct's benefit, without its operational cost.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406908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E2761"/>
          </a:solidFill>
          <a:ln/>
        </p:spPr>
      </p:sp>
      <p:pic>
        <p:nvPicPr>
          <p:cNvPr id="13" name="Image 2" descr="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21538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0416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for production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08760" y="441655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tier was never going to survive real volume — plan for a paid API tier from day one.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31520" y="5349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"camp_107 is exactly the test case we'd point to first — it's the one no architecture handled the same way twice."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heckCircle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4630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31520" y="3794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Pulseworks Agent Lab  •  Team 3 — Pulseworks Marketing 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2026-07-25T08:45:36Z</dcterms:created>
  <dcterms:modified xsi:type="dcterms:W3CDTF">2026-07-25T08:45:36Z</dcterms:modified>
</cp:coreProperties>
</file>